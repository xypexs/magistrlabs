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0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84CDB76-A261-4AC8-8CE0-DE67508B87E2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5D1F459-44CF-4B1B-B137-0BB1726314EA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Спектрограммы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68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Сигнал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32"/>
          <a:stretch/>
        </p:blipFill>
        <p:spPr bwMode="auto">
          <a:xfrm>
            <a:off x="302549" y="1916832"/>
            <a:ext cx="4887468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28184" y="198884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Центрированный сигнал </a:t>
            </a:r>
            <a:r>
              <a:rPr lang="en-US" dirty="0" smtClean="0"/>
              <a:t>“</a:t>
            </a:r>
            <a:r>
              <a:rPr lang="en-US" dirty="0" err="1" smtClean="0"/>
              <a:t>karalata</a:t>
            </a:r>
            <a:r>
              <a:rPr lang="en-US" dirty="0" smtClean="0"/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084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Спектрограмма и «форманты» модели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60848"/>
            <a:ext cx="7818437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283" y="4473116"/>
            <a:ext cx="5138356" cy="2014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581128"/>
            <a:ext cx="5380037" cy="179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1811" y="1396513"/>
            <a:ext cx="401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f1=70, f2 = 150, f3 = 250, f4 = 450 Hz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276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Тестовый сигнал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5334000" cy="179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4581128"/>
            <a:ext cx="7818437" cy="128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635349"/>
            <a:ext cx="4607157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974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 спектрограммы на модели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28551"/>
            <a:ext cx="3441965" cy="1988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21088"/>
            <a:ext cx="7894637" cy="136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7" y="1760090"/>
            <a:ext cx="3744417" cy="2112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43608" y="5733256"/>
            <a:ext cx="164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18, 38, 64,115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596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Спектрограмма «Ирины – Да Нет», 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2776"/>
            <a:ext cx="889573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111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Спектрограмма Павла «Да – Нет»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75" y="1556792"/>
            <a:ext cx="9304338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049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Сигналы «Да Нет»</a:t>
            </a:r>
            <a:endParaRPr lang="ru-RU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3" r="25146"/>
          <a:stretch/>
        </p:blipFill>
        <p:spPr bwMode="auto">
          <a:xfrm>
            <a:off x="1043608" y="4149079"/>
            <a:ext cx="446449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8880"/>
            <a:ext cx="4740275" cy="169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56176" y="2348880"/>
            <a:ext cx="855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Павел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300192" y="4437112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Ирина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>
            <a:off x="5508103" y="2718212"/>
            <a:ext cx="576065" cy="2067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5364088" y="4437112"/>
            <a:ext cx="792088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88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Ясность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Яснос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479</TotalTime>
  <Words>59</Words>
  <Application>Microsoft Office PowerPoint</Application>
  <PresentationFormat>Экран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Ясность</vt:lpstr>
      <vt:lpstr>Спектрограммы</vt:lpstr>
      <vt:lpstr>Сигнал</vt:lpstr>
      <vt:lpstr>Спектрограмма и «форманты» модели</vt:lpstr>
      <vt:lpstr>Тестовый сигнал</vt:lpstr>
      <vt:lpstr>Тест спектрограммы на модели</vt:lpstr>
      <vt:lpstr>Спектрограмма «Ирины – Да Нет», </vt:lpstr>
      <vt:lpstr>Спектрограмма Павла «Да – Нет»</vt:lpstr>
      <vt:lpstr>Сигналы «Да Нет»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KTNTP</dc:creator>
  <cp:lastModifiedBy>KTNTP</cp:lastModifiedBy>
  <cp:revision>13</cp:revision>
  <dcterms:created xsi:type="dcterms:W3CDTF">2024-11-19T16:22:10Z</dcterms:created>
  <dcterms:modified xsi:type="dcterms:W3CDTF">2024-11-22T16:05:48Z</dcterms:modified>
</cp:coreProperties>
</file>